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" name="Rectangle 4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326CFF8-98AC-4379-8937-C098AADC828F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Rectangle 8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1" name="Rectangle 7"/>
          <p:cNvSpPr/>
          <p:nvPr/>
        </p:nvSpPr>
        <p:spPr>
          <a:xfrm>
            <a:off x="0" y="0"/>
            <a:ext cx="4050000" cy="685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Rectangle 8"/>
          <p:cNvSpPr/>
          <p:nvPr/>
        </p:nvSpPr>
        <p:spPr>
          <a:xfrm>
            <a:off x="4039920" y="0"/>
            <a:ext cx="63360" cy="685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199680" cy="228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3600" spc="-51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520" cy="5257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199680" cy="337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4"/>
          </p:nvPr>
        </p:nvSpPr>
        <p:spPr>
          <a:xfrm>
            <a:off x="465480" y="6459840"/>
            <a:ext cx="2617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5"/>
          </p:nvPr>
        </p:nvSpPr>
        <p:spPr>
          <a:xfrm>
            <a:off x="4800600" y="6459840"/>
            <a:ext cx="46476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7F3C54-EFD0-4FF1-AF49-E037851670BD}" type="slidenum">
              <a:rPr b="0" lang="en-GB" sz="105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8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2" name="Rectangle 7"/>
          <p:cNvSpPr/>
          <p:nvPr/>
        </p:nvSpPr>
        <p:spPr>
          <a:xfrm>
            <a:off x="0" y="4952880"/>
            <a:ext cx="12188160" cy="190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8"/>
          <p:cNvSpPr/>
          <p:nvPr/>
        </p:nvSpPr>
        <p:spPr>
          <a:xfrm>
            <a:off x="0" y="4915080"/>
            <a:ext cx="1218816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400" cy="82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3600" spc="-51" strike="noStrike" u="none">
                <a:solidFill>
                  <a:srgbClr val="ffffff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491436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400" cy="5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41B54C2-6DAD-4389-838D-993CE61A9C9E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Rectangle 8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2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3" name="Rectangle 6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7680" cy="35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8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B5BB0F-46A8-4D54-9CE5-44C6411B7B32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9" name="Straight Connector 8"/>
          <p:cNvCxnSpPr/>
          <p:nvPr/>
        </p:nvCxnSpPr>
        <p:spPr>
          <a:xfrm>
            <a:off x="1207440" y="4343400"/>
            <a:ext cx="987624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8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3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E8F5181-DA44-4C97-8CCA-630778058321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8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1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2" name="Rectangle 6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7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360" cy="57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520" cy="57567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E67D2F4-1DC9-4000-BD6A-E315C70A986A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FD8F84-1402-411F-B08C-BD8E76E96AEC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8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70" name="Rectangle 6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7680" cy="35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8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76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201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9E2774-6791-4F6D-B0DF-72F246432C21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7" name="Straight Connector 8"/>
          <p:cNvCxnSpPr/>
          <p:nvPr/>
        </p:nvCxnSpPr>
        <p:spPr>
          <a:xfrm>
            <a:off x="1207440" y="4343400"/>
            <a:ext cx="987624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8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04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04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6039FD-117F-4CC3-953D-E4F819E3873B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8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040" cy="73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dk2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040" cy="33775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040" cy="73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dk2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040" cy="33775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dt" idx="28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7"/>
          <p:cNvSpPr>
            <a:spLocks noGrp="1"/>
          </p:cNvSpPr>
          <p:nvPr>
            <p:ph type="ftr" idx="29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8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529329D-2623-446B-99FE-63BFE5CD96F6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8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0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54DFD6-27D4-492B-85CC-9EFE8EA72373}" type="slidenum">
              <a:rPr b="0" lang="en-GB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video" Target="file:///home/leon/Videos/Screencasts/Screencast_20260125_175802.webm" TargetMode="External"/><Relationship Id="rId2" Type="http://schemas.microsoft.com/office/2007/relationships/media" Target="file:///home/leon/Videos/Screencasts/Screencast_20260125_175802.webm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100160" y="553680"/>
            <a:ext cx="10057680" cy="349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GB" sz="68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Pojednostavljena interaktivna simulacija protuoklopnog vođenog raketnog sustava</a:t>
            </a:r>
            <a:endParaRPr b="0" lang="en-US" sz="6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4952880"/>
            <a:ext cx="12188160" cy="190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GB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100160" y="5225400"/>
            <a:ext cx="100576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hr-HR" sz="1700" spc="201" strike="noStrike" u="none" cap="all">
                <a:solidFill>
                  <a:srgbClr val="ffffff"/>
                </a:solidFill>
                <a:effectLst/>
                <a:uFillTx/>
                <a:latin typeface="Calibri Light"/>
              </a:rPr>
              <a:t>Članovi: </a:t>
            </a:r>
            <a:r>
              <a:rPr b="0" lang="en-GB" sz="1700" spc="201" strike="noStrike" u="none" cap="all">
                <a:solidFill>
                  <a:srgbClr val="ffffff"/>
                </a:solidFill>
                <a:effectLst/>
                <a:uFillTx/>
                <a:latin typeface="Calibri Light"/>
              </a:rPr>
              <a:t>Leon Katić, Matija Bujanić, Ana Kasanić, Stjepan Džidžić, Josip Rončević</a:t>
            </a:r>
            <a:br>
              <a:rPr sz="1700"/>
            </a:b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hr-HR" sz="1700" spc="201" strike="noStrike" u="none" cap="all">
                <a:solidFill>
                  <a:srgbClr val="ffffff"/>
                </a:solidFill>
                <a:effectLst/>
                <a:uFillTx/>
                <a:latin typeface="Calibri Light"/>
              </a:rPr>
              <a:t>Ak.god: 2025./2026.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4906080"/>
            <a:ext cx="1218816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 defTabSz="457200">
              <a:lnSpc>
                <a:spcPct val="100000"/>
              </a:lnSpc>
            </a:pPr>
            <a:endParaRPr b="0" lang="en-GB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2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4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0">
                                  <p:stCondLst>
                                    <p:cond delay="2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4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hr-HR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O projektu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94600" y="1845720"/>
            <a:ext cx="1026036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100000"/>
              </a:lnSpc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P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rojekt predstavlja pojednostavljenu interaktivnu simulaciju protuoklopnog vođenog raketnog sustava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100000"/>
              </a:lnSpc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Cilj</a:t>
            </a: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je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prikaz osnovnog principa rada sustava kroz simulaciju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100000"/>
              </a:lnSpc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Korisnik može interaktivno upravljati i pratiti ponašanje rakete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100000"/>
              </a:lnSpc>
              <a:buClr>
                <a:srgbClr val="e48312"/>
              </a:buClr>
              <a:buFont typeface="Arial"/>
              <a:buChar char="•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Fokus je na edukaciji i razumijevanju, a ne na stvarnoj vojnoj primjeni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hr-HR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Korišteni alati i tehnologije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432000" indent="-3240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</a:pPr>
            <a:r>
              <a:rPr b="1" lang="hr-H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Game engine</a:t>
            </a:r>
            <a:r>
              <a:rPr b="1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: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Godot Engine (verzija</a:t>
            </a: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4.5.1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Programski jezik: GDScript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Razvojno okruženje: Godot Editor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Grafički prikaz i interakcija: 2D scena i ugrađeni sustav skripti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Razvoj i testiranje: alati ugrađeni u Godot (debugger, scene editor)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14760" y="-53604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hr-HR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Demonstracija simulacije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48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hr-HR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Zaključak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45720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Projekt uspješno demonstrira osnovne principe vođenja rakete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Simulacija omogućuje bolje razumijevanje rada sustava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Sustav se može nadograditi dodatnim parametrima i složenijom fizikom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  <a:buClr>
                <a:srgbClr val="e4831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hr-H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Projekt ima edukativnu i simulacijsku vrijednos</a:t>
            </a:r>
            <a:r>
              <a:rPr b="0" lang="hr-H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</TotalTime>
  <Application>LibreOffice/25.2.6.2$Linux_X86_64 LibreOffice_project/520$Build-2</Application>
  <AppVersion>15.0000</AppVersion>
  <Words>166</Words>
  <Paragraphs>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2026-01-24T21:55:11Z</dcterms:created>
  <dc:creator>Ana Kasanic</dc:creator>
  <dc:description/>
  <dc:language>en-US</dc:language>
  <cp:lastModifiedBy/>
  <dcterms:modified xsi:type="dcterms:W3CDTF">2026-01-25T18:03:19Z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